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1885" r:id="rId3"/>
    <p:sldId id="257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3A814-BA10-420D-A632-5CDB63BCFE7E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9DEA6-F2CD-4C85-8E83-299FF5EAB3D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9326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C19D981-E8A7-ABD3-2384-E0E8B354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126beb9221_0_2:notes">
            <a:extLst>
              <a:ext uri="{FF2B5EF4-FFF2-40B4-BE49-F238E27FC236}">
                <a16:creationId xmlns:a16="http://schemas.microsoft.com/office/drawing/2014/main" id="{A187ACC4-8265-7F6A-A99A-5839C724F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g2126beb9221_0_2:notes">
            <a:extLst>
              <a:ext uri="{FF2B5EF4-FFF2-40B4-BE49-F238E27FC236}">
                <a16:creationId xmlns:a16="http://schemas.microsoft.com/office/drawing/2014/main" id="{85CAF908-0D50-DBC9-C40F-3AF308876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5598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4FCAA-4554-AEBD-6575-0E4037BF7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21A141-BDA6-C6B0-CABE-C1B713B32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DB52FD-0CB5-2ACE-3355-7F00F743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3D1633-E269-23E8-A77E-639F0F7B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F9B729-3B15-2D12-8A1A-D7AD62E1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992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67A1C-DAF1-C251-5B5D-B0713C8C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359062-3FA7-ADCB-E8DA-8E7E3F67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FC0C2-4FAF-0F52-2B98-854939F7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00DD6D-47CB-A255-1CA0-9FFF42EB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49AC6D-2A6D-8787-6293-4F891453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241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878D1-A43C-09C0-582F-BB0A7BE57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34BCE0-D918-DCF2-B15D-3D440711E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E841E2-914F-2C64-B5A0-44B90B91E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5B4C12-BE6C-7F4F-EF68-1252C66C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3A17D6-7F6B-0D86-C48F-E89FA7175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7158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E9C47-F97D-C5ED-1C0F-941265E7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71E9D-04F8-CBDE-AC1A-CFEF060CF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A9C7FD-0BC3-B11B-22C1-219CA7EDB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220F5B-74E9-856C-0FD9-33B87AA6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3256D0-FCB8-4E6E-AF3E-AE5EE175E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93992E-5107-D7C8-CBD3-1270EC39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8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47838-0583-EF0C-3D51-6E17B49D1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A63F9E-555C-4208-65C8-EDA78E94C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9FD28A7-589F-945C-A76C-7384004BB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A9387F-5708-69EC-D95D-3FA131211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4747016-6F87-14AA-B7A4-5FD2D4696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D7A89F-C7E4-0687-0F37-4A45C62C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B85778-51D4-C7A9-2BDE-925E0A0B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0781345-018A-D374-E2C1-1F6BFF99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9546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3A337-D6AF-8D95-9E98-17BB268B7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CA6030-0F82-9820-FEFF-39C8FFDF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B71718F-8AAE-249C-7B34-B56421AE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5A6CA5-2EF6-0AD1-92D7-9D1A717E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5608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2423E71-03E1-3C8E-31AF-39DD3FBF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056848-A746-4158-10FD-00F128E6A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543E15-F4A3-1680-A221-702CAA86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577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EEC85-AB4C-5ADF-9CA1-8A10F4A5D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908696-5802-0C13-2B86-867A80DF1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93B749-4D4D-3685-4D89-817458BC1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F575B5-110B-BFD3-AF46-896A3149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AC4B42-258E-0535-951E-D48EAB9F9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87A30D-8075-1793-744C-1A633A16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60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6F293-1581-AF26-616A-5CAA5FAA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049FC60-D6D8-37C7-210F-770B28F76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A88C10-F730-A1C9-1CA1-08650FE91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F82E8E-0F5F-5778-047A-E4C43F909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F9F5F1-475D-42E4-A9C0-C54CA712D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10B5AE-F373-B5C5-2EFE-E020AB0B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40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E38BA-A3D2-C12B-D582-22D79565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EA09A6-4DAE-186F-3054-2B432E843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B5F9E5-9D5F-A84C-DA91-E0F73E96B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10658D-5CB7-17F4-F191-10E93D30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1B19C8-4B52-2230-DB15-BDCAC386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0956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11993C-32EB-28C4-9BCA-5593C4CF0A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EE0CEE-D37A-26F2-5583-8C27C4757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FA34C0-E103-EAA8-26FC-A69299E2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D2E37E-1574-BCE4-511E-1EC9ED2D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E8A5B-0209-9248-D6AF-A101C320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52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7A6ABE-129F-2A27-3564-F3A691F5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B9ED88-A5DF-A8FE-63AB-24BF93849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508E6E-E394-4E4A-7F99-63FE8430C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9F9B3-C9E3-4BFE-BC96-C3949147BAFD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16AF4-3E0E-936F-D094-EDEC109D5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C3763D-CD5E-CF17-FE1A-AFA126C26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88615-2BB9-4E82-8691-B4A452359FB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5487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FC864-4045-B7E7-BCA1-0A216C1B8E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78EAE9-0AF5-B7F4-E236-2E77E556B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9675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E136123-ED41-6087-BAC9-56E35348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AE6B698F-A62E-3925-F096-B6E8792D9F74}"/>
              </a:ext>
            </a:extLst>
          </p:cNvPr>
          <p:cNvSpPr txBox="1"/>
          <p:nvPr/>
        </p:nvSpPr>
        <p:spPr>
          <a:xfrm>
            <a:off x="306887" y="-47785"/>
            <a:ext cx="1196681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chemeClr val="lt1"/>
              </a:buClr>
              <a:buSzPts val="4400"/>
            </a:pPr>
            <a:r>
              <a:rPr lang="es-ES" sz="4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rPr>
              <a:t>The</a:t>
            </a:r>
            <a:r>
              <a:rPr lang="es-ES" sz="4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rPr>
              <a:t> </a:t>
            </a:r>
            <a:r>
              <a:rPr lang="es-ES" sz="4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rPr>
              <a:t>problem</a:t>
            </a:r>
            <a:endParaRPr lang="es-ES" sz="36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itchFamily="2" charset="0"/>
              <a:ea typeface="Open Sans" pitchFamily="2" charset="0"/>
              <a:cs typeface="Open Sans" pitchFamily="2" charset="0"/>
              <a:sym typeface="Arial"/>
            </a:endParaRPr>
          </a:p>
        </p:txBody>
      </p:sp>
      <p:sp>
        <p:nvSpPr>
          <p:cNvPr id="3" name="Google Shape;101;p15">
            <a:extLst>
              <a:ext uri="{FF2B5EF4-FFF2-40B4-BE49-F238E27FC236}">
                <a16:creationId xmlns:a16="http://schemas.microsoft.com/office/drawing/2014/main" id="{0B03B9AE-F7E0-7528-5E76-ADFB465137C6}"/>
              </a:ext>
            </a:extLst>
          </p:cNvPr>
          <p:cNvSpPr txBox="1">
            <a:spLocks/>
          </p:cNvSpPr>
          <p:nvPr/>
        </p:nvSpPr>
        <p:spPr>
          <a:xfrm>
            <a:off x="232791" y="1018620"/>
            <a:ext cx="11400025" cy="50987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Our objective</a:t>
            </a:r>
            <a:r>
              <a:rPr lang="en-US" sz="2200" dirty="0"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: maximize the joint revenue of a wind farm and a battery over a one-day horizon, finding the </a:t>
            </a: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optimal operating strategy for the battery</a:t>
            </a:r>
            <a:r>
              <a:rPr lang="en-US" sz="2200" dirty="0"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.</a:t>
            </a: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Our data:</a:t>
            </a:r>
            <a:r>
              <a:rPr lang="en-US" sz="2200" dirty="0">
                <a:latin typeface="Open Sans Medium" pitchFamily="2" charset="0"/>
                <a:ea typeface="Open Sans Medium" pitchFamily="2" charset="0"/>
                <a:cs typeface="Open Sans Medium" pitchFamily="2" charset="0"/>
              </a:rPr>
              <a:t> </a:t>
            </a: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  <a:p>
            <a:pPr marL="127000" indent="0">
              <a:spcBef>
                <a:spcPts val="0"/>
              </a:spcBef>
              <a:buSzPts val="1600"/>
              <a:buFont typeface="Arial" panose="020B0604020202020204" pitchFamily="34" charset="0"/>
              <a:buNone/>
            </a:pPr>
            <a:endParaRPr lang="en-US" sz="2200" dirty="0">
              <a:latin typeface="Open Sans Medium" pitchFamily="2" charset="0"/>
              <a:ea typeface="Open Sans Medium" pitchFamily="2" charset="0"/>
              <a:cs typeface="Open Sans Medium" pitchFamily="2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B846781-3A46-3613-A942-D5CE41C703D0}"/>
              </a:ext>
            </a:extLst>
          </p:cNvPr>
          <p:cNvSpPr/>
          <p:nvPr/>
        </p:nvSpPr>
        <p:spPr>
          <a:xfrm>
            <a:off x="3073400" y="2222501"/>
            <a:ext cx="7099300" cy="30056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0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02736-526E-E2F9-452D-1542A6383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FFA8F6-F746-6492-31D4-2420EFA57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5603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33</Words>
  <Application>Microsoft Office PowerPoint</Application>
  <PresentationFormat>Panorámica</PresentationFormat>
  <Paragraphs>12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Open Sans</vt:lpstr>
      <vt:lpstr>Open Sans Medium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Tabares Lopez</dc:creator>
  <cp:lastModifiedBy>Cristian Tabares Lopez</cp:lastModifiedBy>
  <cp:revision>1</cp:revision>
  <dcterms:created xsi:type="dcterms:W3CDTF">2025-12-13T15:36:44Z</dcterms:created>
  <dcterms:modified xsi:type="dcterms:W3CDTF">2025-12-14T02:11:34Z</dcterms:modified>
</cp:coreProperties>
</file>